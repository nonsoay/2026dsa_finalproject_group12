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 varScale="1">
        <p:scale>
          <a:sx n="152" d="100"/>
          <a:sy n="152" d="100"/>
        </p:scale>
        <p:origin x="3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6263704" y="217320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110483" y="620029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12</a:t>
            </a:r>
          </a:p>
          <a:p>
            <a:pPr algn="ctr"/>
            <a:r>
              <a:rPr lang="en-US" sz="3200" dirty="0"/>
              <a:t>Chinonso Ayogu</a:t>
            </a:r>
          </a:p>
          <a:p>
            <a:pPr algn="ctr"/>
            <a:r>
              <a:rPr lang="en-US" sz="3200" dirty="0"/>
              <a:t>Kyla Nocilla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26777"/>
              </p:ext>
            </p:extLst>
          </p:nvPr>
        </p:nvGraphicFramePr>
        <p:xfrm>
          <a:off x="301326" y="3603812"/>
          <a:ext cx="473341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K-Nearest Neighbor (</a:t>
                      </a:r>
                      <a:r>
                        <a:rPr lang="en-US" sz="2400" dirty="0" err="1"/>
                        <a:t>kNN</a:t>
                      </a:r>
                      <a:r>
                        <a:rPr 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3.366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425999"/>
              </p:ext>
            </p:extLst>
          </p:nvPr>
        </p:nvGraphicFramePr>
        <p:xfrm>
          <a:off x="5514417" y="1283180"/>
          <a:ext cx="6118606" cy="604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412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31419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474145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Daymet summaries, mean/sum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90/10 Temporal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Neither (time-based)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Median imputation for missing values, categorical feature encoding, and normalization for </a:t>
                      </a:r>
                      <a:r>
                        <a:rPr lang="en-US" sz="1400" dirty="0" err="1"/>
                        <a:t>kNN</a:t>
                      </a:r>
                      <a:r>
                        <a:rPr lang="en-US" sz="1400" dirty="0"/>
                        <a:t> models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Trees, </a:t>
                      </a:r>
                      <a:r>
                        <a:rPr lang="en-US" sz="1400" dirty="0" err="1"/>
                        <a:t>tree_depth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learn_rate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mtry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min_n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Manual hyperparameter tuning using fixed parameter 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RMSE (primary), and R</a:t>
                      </a:r>
                      <a:r>
                        <a:rPr lang="en-US" sz="1400" baseline="30000" dirty="0"/>
                        <a:t>2</a:t>
                      </a:r>
                      <a:r>
                        <a:rPr lang="en-US" sz="1400" baseline="0" dirty="0"/>
                        <a:t> (secondary)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1" dirty="0"/>
                        <a:t>Type of best (overall, within 1 </a:t>
                      </a:r>
                      <a:r>
                        <a:rPr lang="en-US" sz="1400" b="0" i="1" dirty="0" err="1"/>
                        <a:t>sd</a:t>
                      </a:r>
                      <a:r>
                        <a:rPr lang="en-US" sz="14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731347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152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Chinonso Ayogu</cp:lastModifiedBy>
  <cp:revision>5</cp:revision>
  <dcterms:created xsi:type="dcterms:W3CDTF">2026-03-31T02:58:08Z</dcterms:created>
  <dcterms:modified xsi:type="dcterms:W3CDTF">2026-04-28T17:06:09Z</dcterms:modified>
</cp:coreProperties>
</file>