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37" d="100"/>
          <a:sy n="37" d="100"/>
        </p:scale>
        <p:origin x="85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onso Ayogu" userId="71dddbf7-bfa5-4cf8-8597-41a5646167d5" providerId="ADAL" clId="{CA8E3DD2-61BC-497B-AB79-9D0B76E2F3D2}"/>
    <pc:docChg chg="modSld">
      <pc:chgData name="Chinonso Ayogu" userId="71dddbf7-bfa5-4cf8-8597-41a5646167d5" providerId="ADAL" clId="{CA8E3DD2-61BC-497B-AB79-9D0B76E2F3D2}" dt="2026-04-04T15:30:03.777" v="44" actId="20577"/>
      <pc:docMkLst>
        <pc:docMk/>
      </pc:docMkLst>
      <pc:sldChg chg="modSp mod">
        <pc:chgData name="Chinonso Ayogu" userId="71dddbf7-bfa5-4cf8-8597-41a5646167d5" providerId="ADAL" clId="{CA8E3DD2-61BC-497B-AB79-9D0B76E2F3D2}" dt="2026-04-04T15:30:03.777" v="44" actId="20577"/>
        <pc:sldMkLst>
          <pc:docMk/>
          <pc:sldMk cId="2610447289" sldId="256"/>
        </pc:sldMkLst>
        <pc:spChg chg="mod">
          <ac:chgData name="Chinonso Ayogu" userId="71dddbf7-bfa5-4cf8-8597-41a5646167d5" providerId="ADAL" clId="{CA8E3DD2-61BC-497B-AB79-9D0B76E2F3D2}" dt="2026-04-04T15:30:03.777" v="44" actId="20577"/>
          <ac:spMkLst>
            <pc:docMk/>
            <pc:sldMk cId="2610447289" sldId="256"/>
            <ac:spMk id="5" creationId="{8E736061-A4AA-B48C-18BA-DA6B6FB44B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918519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/>
              <a:t>Team 12</a:t>
            </a:r>
            <a:endParaRPr lang="en-US" sz="4000" b="1" u="sng" dirty="0"/>
          </a:p>
          <a:p>
            <a:pPr algn="ctr"/>
            <a:r>
              <a:rPr lang="en-US" sz="3200" dirty="0"/>
              <a:t>Chinonso Ayogu</a:t>
            </a:r>
          </a:p>
          <a:p>
            <a:pPr algn="ctr"/>
            <a:r>
              <a:rPr lang="en-US" sz="3200" dirty="0"/>
              <a:t>Kyla </a:t>
            </a:r>
            <a:r>
              <a:rPr lang="en-US" sz="3200" dirty="0" err="1"/>
              <a:t>Nocilla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389279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Othermodel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846898"/>
              </p:ext>
            </p:extLst>
          </p:nvPr>
        </p:nvGraphicFramePr>
        <p:xfrm>
          <a:off x="5514417" y="1466415"/>
          <a:ext cx="611860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Month,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strenght_gtex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Normalized, PCA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Mtry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ntrees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Sim. annealing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103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Chinonso Ayogu</cp:lastModifiedBy>
  <cp:revision>2</cp:revision>
  <dcterms:created xsi:type="dcterms:W3CDTF">2026-03-31T02:58:08Z</dcterms:created>
  <dcterms:modified xsi:type="dcterms:W3CDTF">2026-04-04T15:30:10Z</dcterms:modified>
</cp:coreProperties>
</file>